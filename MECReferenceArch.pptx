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28"/>
    <p:restoredTop sz="94719"/>
  </p:normalViewPr>
  <p:slideViewPr>
    <p:cSldViewPr snapToGrid="0" snapToObjects="1">
      <p:cViewPr varScale="1">
        <p:scale>
          <a:sx n="138" d="100"/>
          <a:sy n="138" d="100"/>
        </p:scale>
        <p:origin x="176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9576A-FFA8-E041-BC54-1D1EA78292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4A6FDD-2E90-884B-BF67-B1FB1DD3C2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5DB94B-B0FC-704B-AEAB-E1775EAF3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60786-ACF6-8246-9E71-F5FA2DB5B669}" type="datetimeFigureOut">
              <a:rPr lang="en-US" smtClean="0"/>
              <a:t>2/19/21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59AA6C-506E-5B4E-A6F9-0900D47B7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BF6692-CC86-454C-BB5C-B16BCBFB7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F9C29-E139-6543-8EB9-F9130C6728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381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6487C-4636-D646-B5D8-F6F2DC14D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8FE7DE-FAE6-7A4B-959C-553BFE87C0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7448F8-0F07-514F-B8B3-1F7A9B845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60786-ACF6-8246-9E71-F5FA2DB5B669}" type="datetimeFigureOut">
              <a:rPr lang="en-US" smtClean="0"/>
              <a:t>2/19/21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B2955C-A251-674F-B222-637C5CF3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9D35B-64E9-064A-8888-8EFA60E51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F9C29-E139-6543-8EB9-F9130C6728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5124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15F21-7C8E-9645-818F-025122656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337FD4-F07E-CD49-BC30-07427557D3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C8B230-802C-B24D-AB33-72C5E875F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60786-ACF6-8246-9E71-F5FA2DB5B669}" type="datetimeFigureOut">
              <a:rPr lang="en-US" smtClean="0"/>
              <a:t>2/19/21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28921D-11F0-1843-ADD3-92491C863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DD6358-BF3B-B54F-B79A-021CA1946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F9C29-E139-6543-8EB9-F9130C6728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398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09A28-BB22-1A4E-B385-5E842BEE8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14A36A-D00A-E44E-A549-AF53ABB1BF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4F5304-8222-E44C-8AF0-4B24A05249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0980EB-C2A0-3845-88A0-B18B768D8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60786-ACF6-8246-9E71-F5FA2DB5B669}" type="datetimeFigureOut">
              <a:rPr lang="en-US" smtClean="0"/>
              <a:t>2/19/21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A7D6C-D04A-4743-A000-83D7E9366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90A7C2-32CD-DB49-A283-FE13781BD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F9C29-E139-6543-8EB9-F9130C6728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8425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85CB5-DE2C-774E-BCFD-3B09E8CEE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5CDA0A-F4B9-1C4E-BC57-9BD4FC399C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CC72A6-1B07-114D-9904-B07B61AF80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ED53B0-74A5-9449-9113-DB63610ED3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84E6B6-D116-534B-8B75-CEE0B45729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E9366F-55A9-434E-BA48-00C16BAFA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60786-ACF6-8246-9E71-F5FA2DB5B669}" type="datetimeFigureOut">
              <a:rPr lang="en-US" smtClean="0"/>
              <a:t>2/19/21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B693AA-F4D1-7E46-AD7D-6B521799C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7917EC-52A0-6041-80BB-33669FAE4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F9C29-E139-6543-8EB9-F9130C6728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60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EF8CD-67A8-1244-9EC9-97CFD0071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793C9C-06EC-984A-ADA0-5FE647AF8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60786-ACF6-8246-9E71-F5FA2DB5B669}" type="datetimeFigureOut">
              <a:rPr lang="en-US" smtClean="0"/>
              <a:t>2/19/21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866A5B-CD9D-7E44-8E6D-B85712D2E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79845D-A627-1F4E-97DF-41494099C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F9C29-E139-6543-8EB9-F9130C6728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709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C76D68-ABF3-1643-B50C-7DC04CE63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60786-ACF6-8246-9E71-F5FA2DB5B669}" type="datetimeFigureOut">
              <a:rPr lang="en-US" smtClean="0"/>
              <a:t>2/19/21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FCEADB-172B-1749-9770-BBDCDA0E6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82D226-9408-144D-8E78-7E79D1E56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F9C29-E139-6543-8EB9-F9130C6728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3824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AF40E-3C05-DB49-837F-CC9FE9D0F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2307B7-174B-5349-9929-8E5E997AF9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99E1E1-E05B-9040-8836-E9700A0708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0E7054-419A-3E42-8A0A-AB4F751BE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60786-ACF6-8246-9E71-F5FA2DB5B669}" type="datetimeFigureOut">
              <a:rPr lang="en-US" smtClean="0"/>
              <a:t>2/19/21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E04D45-D433-734B-8693-F0F6E47D4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F7E8D3-678D-F549-81EB-D92461106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F9C29-E139-6543-8EB9-F9130C6728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2982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A260F-81CC-4746-AE91-5C53610D7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274D65-CAC6-3C4F-9670-3A17898CA7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CD3C07-BC91-1346-8A9C-5DFE919814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893B32-9194-EC41-81A6-6BFE2BAE7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60786-ACF6-8246-9E71-F5FA2DB5B669}" type="datetimeFigureOut">
              <a:rPr lang="en-US" smtClean="0"/>
              <a:t>2/19/21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1981C2-291C-2D4F-A2DF-C4F9A9A75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BA2ADA-0204-CB47-9C90-AFDD160C9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F9C29-E139-6543-8EB9-F9130C6728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476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95B05-9B46-0A46-84DC-799199EFB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01164B-61E9-F44B-A011-59D26A5152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321C52-2BC4-E54F-BECA-711F72C7B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60786-ACF6-8246-9E71-F5FA2DB5B669}" type="datetimeFigureOut">
              <a:rPr lang="en-US" smtClean="0"/>
              <a:t>2/19/21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DE26EF-341B-D04C-8162-D7D0FE137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515107-3381-3049-91F9-84BA7E00A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F9C29-E139-6543-8EB9-F9130C6728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8847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87D0C5-88D8-2643-8FF9-5AAEF70A14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5CCEDC-2364-5C46-BCAE-67FA12AC84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B2F606-2942-D84A-AA19-3E612FC07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60786-ACF6-8246-9E71-F5FA2DB5B669}" type="datetimeFigureOut">
              <a:rPr lang="en-US" smtClean="0"/>
              <a:t>2/19/21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3C54D4-BFCD-9245-8C73-1672BABB7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166B02-9EB0-4345-9E85-A13B6CB5B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F9C29-E139-6543-8EB9-F9130C6728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7701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9A447E-37B9-E340-A62C-382A0C57A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7DAF80-F30E-F043-A84A-B4BDCF0C10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380C9C-FDC9-8C44-92A6-84487B4DB4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260786-ACF6-8246-9E71-F5FA2DB5B669}" type="datetimeFigureOut">
              <a:rPr lang="en-US" smtClean="0"/>
              <a:t>2/19/21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414E18-8F91-F943-A696-FC4770B685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AA2874-671C-F34D-A354-DC87AEA75F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6F9C29-E139-6543-8EB9-F9130C6728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817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1D544-40B9-4543-B2D8-819FD9A14CD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297B6C-DB1F-CA4D-ACAD-2460D684B9D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976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BEAD613-1574-3342-824C-69A29859A9B5}"/>
              </a:ext>
            </a:extLst>
          </p:cNvPr>
          <p:cNvSpPr/>
          <p:nvPr/>
        </p:nvSpPr>
        <p:spPr>
          <a:xfrm>
            <a:off x="2304474" y="1126817"/>
            <a:ext cx="6978072" cy="91440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A167A83-E097-D64C-90B6-BAE66B883273}"/>
              </a:ext>
            </a:extLst>
          </p:cNvPr>
          <p:cNvCxnSpPr/>
          <p:nvPr/>
        </p:nvCxnSpPr>
        <p:spPr>
          <a:xfrm>
            <a:off x="2304474" y="2364505"/>
            <a:ext cx="697807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A3E0ABF9-3259-9049-8631-83AF8B90EFAE}"/>
              </a:ext>
            </a:extLst>
          </p:cNvPr>
          <p:cNvSpPr/>
          <p:nvPr/>
        </p:nvSpPr>
        <p:spPr>
          <a:xfrm>
            <a:off x="2242118" y="2523797"/>
            <a:ext cx="4114800" cy="193797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55D4215-0176-E642-9777-2E5862341F5C}"/>
              </a:ext>
            </a:extLst>
          </p:cNvPr>
          <p:cNvCxnSpPr/>
          <p:nvPr/>
        </p:nvCxnSpPr>
        <p:spPr>
          <a:xfrm>
            <a:off x="2304474" y="4872176"/>
            <a:ext cx="697807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0880D2EA-20DC-AE45-A41D-BE7921A9E0D3}"/>
              </a:ext>
            </a:extLst>
          </p:cNvPr>
          <p:cNvSpPr/>
          <p:nvPr/>
        </p:nvSpPr>
        <p:spPr>
          <a:xfrm>
            <a:off x="3029527" y="5004074"/>
            <a:ext cx="5375563" cy="79304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37815B1-5E0C-834F-9391-FEAF95A57059}"/>
              </a:ext>
            </a:extLst>
          </p:cNvPr>
          <p:cNvSpPr txBox="1"/>
          <p:nvPr/>
        </p:nvSpPr>
        <p:spPr>
          <a:xfrm flipH="1">
            <a:off x="4897571" y="2011413"/>
            <a:ext cx="21590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MEC System Level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66456FE-DCEE-6048-A653-CB1D15BB7E05}"/>
              </a:ext>
            </a:extLst>
          </p:cNvPr>
          <p:cNvSpPr/>
          <p:nvPr/>
        </p:nvSpPr>
        <p:spPr>
          <a:xfrm>
            <a:off x="3886189" y="1371351"/>
            <a:ext cx="3632223" cy="54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6350" cmpd="sng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>
            <a:softEdge rad="0"/>
          </a:effectLst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MEC orchestrator 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6FC9910-8DCB-2A47-A58C-2AE7A373F206}"/>
              </a:ext>
            </a:extLst>
          </p:cNvPr>
          <p:cNvSpPr/>
          <p:nvPr/>
        </p:nvSpPr>
        <p:spPr>
          <a:xfrm>
            <a:off x="4057064" y="2659451"/>
            <a:ext cx="2013527" cy="54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6350" cmpd="sng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>
            <a:softEdge rad="0"/>
          </a:effectLst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Platform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EA08F6C-8AD6-514B-ABA6-356101731DAE}"/>
              </a:ext>
            </a:extLst>
          </p:cNvPr>
          <p:cNvSpPr/>
          <p:nvPr/>
        </p:nvSpPr>
        <p:spPr>
          <a:xfrm>
            <a:off x="2477646" y="2666996"/>
            <a:ext cx="1408543" cy="54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6350" cmpd="sng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>
            <a:softEdge rad="0"/>
          </a:effectLst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0FF807A-6AA5-6E44-8F14-5D9F7C847B43}"/>
              </a:ext>
            </a:extLst>
          </p:cNvPr>
          <p:cNvSpPr/>
          <p:nvPr/>
        </p:nvSpPr>
        <p:spPr>
          <a:xfrm>
            <a:off x="3304301" y="3350465"/>
            <a:ext cx="1676401" cy="646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6350" cmpd="sng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>
            <a:softEdge rad="0"/>
          </a:effectLst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virtualisation Infrastructure 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4798BE1-5EB9-A146-B491-F4955677EA5E}"/>
              </a:ext>
            </a:extLst>
          </p:cNvPr>
          <p:cNvSpPr/>
          <p:nvPr/>
        </p:nvSpPr>
        <p:spPr>
          <a:xfrm>
            <a:off x="6795648" y="2523840"/>
            <a:ext cx="2665257" cy="187716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859C86A-43F0-2745-8A6B-508007942C67}"/>
              </a:ext>
            </a:extLst>
          </p:cNvPr>
          <p:cNvSpPr/>
          <p:nvPr/>
        </p:nvSpPr>
        <p:spPr>
          <a:xfrm>
            <a:off x="6890316" y="2697029"/>
            <a:ext cx="2484594" cy="54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6350" cmpd="sng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>
            <a:softEdge rad="0"/>
          </a:effectLst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platform manager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036251A-9460-644A-9D5C-2CF3266EC2FB}"/>
              </a:ext>
            </a:extLst>
          </p:cNvPr>
          <p:cNvSpPr/>
          <p:nvPr/>
        </p:nvSpPr>
        <p:spPr>
          <a:xfrm>
            <a:off x="6911089" y="3569095"/>
            <a:ext cx="2484594" cy="54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6350" cmpd="sng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>
            <a:softEdge rad="0"/>
          </a:effectLst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virtualisation Infrastructure manager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B070367C-C74F-E946-AFAE-D73FB3471C9C}"/>
              </a:ext>
            </a:extLst>
          </p:cNvPr>
          <p:cNvCxnSpPr>
            <a:cxnSpLocks/>
          </p:cNvCxnSpPr>
          <p:nvPr/>
        </p:nvCxnSpPr>
        <p:spPr>
          <a:xfrm flipH="1">
            <a:off x="6086752" y="2905825"/>
            <a:ext cx="80356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B3EACF7D-0D7B-C148-BF0D-1352C31D2198}"/>
              </a:ext>
            </a:extLst>
          </p:cNvPr>
          <p:cNvCxnSpPr>
            <a:cxnSpLocks/>
          </p:cNvCxnSpPr>
          <p:nvPr/>
        </p:nvCxnSpPr>
        <p:spPr>
          <a:xfrm flipH="1">
            <a:off x="4980702" y="3741707"/>
            <a:ext cx="190961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5829BA6-B163-0B47-A1E9-CC9857763E93}"/>
              </a:ext>
            </a:extLst>
          </p:cNvPr>
          <p:cNvSpPr txBox="1"/>
          <p:nvPr/>
        </p:nvSpPr>
        <p:spPr>
          <a:xfrm flipH="1">
            <a:off x="4927588" y="4520260"/>
            <a:ext cx="1962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MEC Server Level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495E602-0800-5940-B6B2-090CABD19ADD}"/>
              </a:ext>
            </a:extLst>
          </p:cNvPr>
          <p:cNvSpPr txBox="1"/>
          <p:nvPr/>
        </p:nvSpPr>
        <p:spPr>
          <a:xfrm>
            <a:off x="5196596" y="3785532"/>
            <a:ext cx="1132614" cy="6463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6350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MEC Server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F3E63D3-6EBC-314A-979A-F10FEA32A770}"/>
              </a:ext>
            </a:extLst>
          </p:cNvPr>
          <p:cNvSpPr txBox="1"/>
          <p:nvPr/>
        </p:nvSpPr>
        <p:spPr>
          <a:xfrm flipH="1">
            <a:off x="4897573" y="5886941"/>
            <a:ext cx="1962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Level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960BE25-1FAD-3647-9307-E73F55617A37}"/>
              </a:ext>
            </a:extLst>
          </p:cNvPr>
          <p:cNvSpPr/>
          <p:nvPr/>
        </p:nvSpPr>
        <p:spPr>
          <a:xfrm>
            <a:off x="3389746" y="5096440"/>
            <a:ext cx="1385453" cy="54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6350" cmpd="sng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>
            <a:softEdge rad="0"/>
          </a:effectLst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3GPP network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07146BF-7725-F94F-86BB-FF3943858BDC}"/>
              </a:ext>
            </a:extLst>
          </p:cNvPr>
          <p:cNvSpPr/>
          <p:nvPr/>
        </p:nvSpPr>
        <p:spPr>
          <a:xfrm>
            <a:off x="5036129" y="5096440"/>
            <a:ext cx="1385453" cy="54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6350" cmpd="sng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>
            <a:softEdge rad="0"/>
          </a:effectLst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Local network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4157FF6-0BA9-0A4C-92DE-558874F50097}"/>
              </a:ext>
            </a:extLst>
          </p:cNvPr>
          <p:cNvSpPr/>
          <p:nvPr/>
        </p:nvSpPr>
        <p:spPr>
          <a:xfrm>
            <a:off x="6638628" y="5096440"/>
            <a:ext cx="1385453" cy="54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6350" cmpd="sng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>
            <a:softEdge rad="0"/>
          </a:effectLst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External network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1142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27</Words>
  <Application>Microsoft Macintosh PowerPoint</Application>
  <PresentationFormat>Widescreen</PresentationFormat>
  <Paragraphs>13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Ibrahim Ahmed I Alghamdi (PGR)</dc:creator>
  <cp:lastModifiedBy>Ibrahim Ahmed I Alghamdi (PGR)</cp:lastModifiedBy>
  <cp:revision>7</cp:revision>
  <dcterms:created xsi:type="dcterms:W3CDTF">2021-02-19T11:44:46Z</dcterms:created>
  <dcterms:modified xsi:type="dcterms:W3CDTF">2021-02-19T13:10:51Z</dcterms:modified>
</cp:coreProperties>
</file>